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120221-F314-4667-BE2E-30DA5CE7E270}">
  <a:tblStyle styleId="{79120221-F314-4667-BE2E-30DA5CE7E27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V9TocRGyj72LvN5jco7XN7z4AwS-B_C/view?usp=share_link"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099a7fa4ca_0_2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 name="Google Shape;71;g2099a7fa4ca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099a7fa4ca_0_4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77" name="Google Shape;77;g2099a7fa4ca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099a7fa4ca_2_2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A</a:t>
            </a:r>
            <a:endParaRPr/>
          </a:p>
        </p:txBody>
      </p:sp>
      <p:sp>
        <p:nvSpPr>
          <p:cNvPr id="84" name="Google Shape;84;g2099a7fa4ca_2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3a8af011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3a8af011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3a8af011f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3a8af011f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3a8af011f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3a8af011f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3a8af011f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3a8af011f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099a7fa4ca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099a7fa4ca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3a8365d46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3a8365d46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3a8365d46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3a8365d46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3a8365d46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3a8365d46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3a8365d46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3a8365d46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3a8365d46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3a8365d46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3a8365d46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3a8365d46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3a8365d46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3a8365d46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3a8365d46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3a8365d46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3a8365d46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3a8365d46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3a8365d46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3a8365d46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3a8365d46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3a8365d46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3a8af011f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3a8af011f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3a8365d46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3a8365d46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3a8365d46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3a8365d46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3a8365d46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3a8365d46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3a8365d4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3a8365d4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3a8365d46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3a8365d46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3a8365d46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3a8365d46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https://drive.google.com/file/d/1xV9TocRGyj72LvN5jco7XN7z4AwS-B_C/view?usp=share_link</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099a7fa4ca_1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099a7fa4ca_1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x">
  <p:cSld name="TITLE_AND_BODY">
    <p:spTree>
      <p:nvGrpSpPr>
        <p:cNvPr id="56" name="Shape 56"/>
        <p:cNvGrpSpPr/>
        <p:nvPr/>
      </p:nvGrpSpPr>
      <p:grpSpPr>
        <a:xfrm>
          <a:off x="0" y="0"/>
          <a:ext cx="0" cy="0"/>
          <a:chOff x="0" y="0"/>
          <a:chExt cx="0" cy="0"/>
        </a:xfrm>
      </p:grpSpPr>
      <p:pic>
        <p:nvPicPr>
          <p:cNvPr descr="Picture 11" id="57" name="Google Shape;57;p14"/>
          <p:cNvPicPr preferRelativeResize="0"/>
          <p:nvPr/>
        </p:nvPicPr>
        <p:blipFill rotWithShape="1">
          <a:blip r:embed="rId2">
            <a:alphaModFix/>
          </a:blip>
          <a:srcRect b="0" l="0" r="0" t="0"/>
          <a:stretch/>
        </p:blipFill>
        <p:spPr>
          <a:xfrm>
            <a:off x="1" y="4187426"/>
            <a:ext cx="9128125" cy="966791"/>
          </a:xfrm>
          <a:prstGeom prst="rect">
            <a:avLst/>
          </a:prstGeom>
          <a:noFill/>
          <a:ln>
            <a:noFill/>
          </a:ln>
        </p:spPr>
      </p:pic>
      <p:sp>
        <p:nvSpPr>
          <p:cNvPr id="58" name="Google Shape;58;p14"/>
          <p:cNvSpPr/>
          <p:nvPr/>
        </p:nvSpPr>
        <p:spPr>
          <a:xfrm>
            <a:off x="0" y="0"/>
            <a:ext cx="9144000" cy="1314600"/>
          </a:xfrm>
          <a:prstGeom prst="rect">
            <a:avLst/>
          </a:prstGeom>
          <a:solidFill>
            <a:srgbClr val="335295"/>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4"/>
          <p:cNvSpPr txBox="1"/>
          <p:nvPr>
            <p:ph type="title"/>
          </p:nvPr>
        </p:nvSpPr>
        <p:spPr>
          <a:xfrm>
            <a:off x="685800" y="1714500"/>
            <a:ext cx="7772400" cy="857400"/>
          </a:xfrm>
          <a:prstGeom prst="rect">
            <a:avLst/>
          </a:prstGeom>
          <a:noFill/>
          <a:ln>
            <a:noFill/>
          </a:ln>
        </p:spPr>
        <p:txBody>
          <a:bodyPr anchorCtr="0" anchor="ctr" bIns="34275" lIns="34275" spcFirstLastPara="1" rIns="34275" wrap="square" tIns="34275">
            <a:normAutofit/>
          </a:bodyPr>
          <a:lstStyle>
            <a:lvl1pPr lvl="0" rtl="0" algn="ctr">
              <a:lnSpc>
                <a:spcPct val="100000"/>
              </a:lnSpc>
              <a:spcBef>
                <a:spcPts val="0"/>
              </a:spcBef>
              <a:spcAft>
                <a:spcPts val="0"/>
              </a:spcAft>
              <a:buClr>
                <a:srgbClr val="1B57B5"/>
              </a:buClr>
              <a:buSzPts val="1400"/>
              <a:buNone/>
              <a:defRPr/>
            </a:lvl1pPr>
            <a:lvl2pPr lvl="1" rtl="0" algn="ctr">
              <a:lnSpc>
                <a:spcPct val="100000"/>
              </a:lnSpc>
              <a:spcBef>
                <a:spcPts val="0"/>
              </a:spcBef>
              <a:spcAft>
                <a:spcPts val="0"/>
              </a:spcAft>
              <a:buClr>
                <a:srgbClr val="1B57B5"/>
              </a:buClr>
              <a:buSzPts val="1400"/>
              <a:buNone/>
              <a:defRPr/>
            </a:lvl2pPr>
            <a:lvl3pPr lvl="2" rtl="0" algn="ctr">
              <a:lnSpc>
                <a:spcPct val="100000"/>
              </a:lnSpc>
              <a:spcBef>
                <a:spcPts val="0"/>
              </a:spcBef>
              <a:spcAft>
                <a:spcPts val="0"/>
              </a:spcAft>
              <a:buClr>
                <a:srgbClr val="1B57B5"/>
              </a:buClr>
              <a:buSzPts val="1400"/>
              <a:buNone/>
              <a:defRPr/>
            </a:lvl3pPr>
            <a:lvl4pPr lvl="3" rtl="0" algn="ctr">
              <a:lnSpc>
                <a:spcPct val="100000"/>
              </a:lnSpc>
              <a:spcBef>
                <a:spcPts val="0"/>
              </a:spcBef>
              <a:spcAft>
                <a:spcPts val="0"/>
              </a:spcAft>
              <a:buClr>
                <a:srgbClr val="1B57B5"/>
              </a:buClr>
              <a:buSzPts val="1400"/>
              <a:buNone/>
              <a:defRPr/>
            </a:lvl4pPr>
            <a:lvl5pPr lvl="4" rtl="0" algn="ctr">
              <a:lnSpc>
                <a:spcPct val="100000"/>
              </a:lnSpc>
              <a:spcBef>
                <a:spcPts val="0"/>
              </a:spcBef>
              <a:spcAft>
                <a:spcPts val="0"/>
              </a:spcAft>
              <a:buClr>
                <a:srgbClr val="1B57B5"/>
              </a:buClr>
              <a:buSzPts val="1400"/>
              <a:buNone/>
              <a:defRPr/>
            </a:lvl5pPr>
            <a:lvl6pPr lvl="5" rtl="0" algn="ctr">
              <a:lnSpc>
                <a:spcPct val="100000"/>
              </a:lnSpc>
              <a:spcBef>
                <a:spcPts val="0"/>
              </a:spcBef>
              <a:spcAft>
                <a:spcPts val="0"/>
              </a:spcAft>
              <a:buClr>
                <a:srgbClr val="1B57B5"/>
              </a:buClr>
              <a:buSzPts val="1400"/>
              <a:buNone/>
              <a:defRPr/>
            </a:lvl6pPr>
            <a:lvl7pPr lvl="6" rtl="0" algn="ctr">
              <a:lnSpc>
                <a:spcPct val="100000"/>
              </a:lnSpc>
              <a:spcBef>
                <a:spcPts val="0"/>
              </a:spcBef>
              <a:spcAft>
                <a:spcPts val="0"/>
              </a:spcAft>
              <a:buClr>
                <a:srgbClr val="1B57B5"/>
              </a:buClr>
              <a:buSzPts val="1400"/>
              <a:buNone/>
              <a:defRPr/>
            </a:lvl7pPr>
            <a:lvl8pPr lvl="7" rtl="0" algn="ctr">
              <a:lnSpc>
                <a:spcPct val="100000"/>
              </a:lnSpc>
              <a:spcBef>
                <a:spcPts val="0"/>
              </a:spcBef>
              <a:spcAft>
                <a:spcPts val="0"/>
              </a:spcAft>
              <a:buClr>
                <a:srgbClr val="1B57B5"/>
              </a:buClr>
              <a:buSzPts val="1400"/>
              <a:buNone/>
              <a:defRPr/>
            </a:lvl8pPr>
            <a:lvl9pPr lvl="8" rtl="0" algn="ctr">
              <a:lnSpc>
                <a:spcPct val="100000"/>
              </a:lnSpc>
              <a:spcBef>
                <a:spcPts val="0"/>
              </a:spcBef>
              <a:spcAft>
                <a:spcPts val="0"/>
              </a:spcAft>
              <a:buClr>
                <a:srgbClr val="1B57B5"/>
              </a:buClr>
              <a:buSzPts val="1400"/>
              <a:buNone/>
              <a:defRPr/>
            </a:lvl9pPr>
          </a:lstStyle>
          <a:p/>
        </p:txBody>
      </p:sp>
      <p:sp>
        <p:nvSpPr>
          <p:cNvPr id="60" name="Google Shape;60;p14"/>
          <p:cNvSpPr txBox="1"/>
          <p:nvPr>
            <p:ph idx="1" type="body"/>
          </p:nvPr>
        </p:nvSpPr>
        <p:spPr>
          <a:xfrm>
            <a:off x="1371600" y="2857500"/>
            <a:ext cx="6400800" cy="1314600"/>
          </a:xfrm>
          <a:prstGeom prst="rect">
            <a:avLst/>
          </a:prstGeom>
          <a:noFill/>
          <a:ln>
            <a:noFill/>
          </a:ln>
        </p:spPr>
        <p:txBody>
          <a:bodyPr anchorCtr="0" anchor="t" bIns="34275" lIns="34275" spcFirstLastPara="1" rIns="34275" wrap="square" tIns="34275">
            <a:normAutofit/>
          </a:bodyPr>
          <a:lstStyle>
            <a:lvl1pPr indent="-228600" lvl="0" marL="457200" rtl="0" algn="ctr">
              <a:lnSpc>
                <a:spcPct val="100000"/>
              </a:lnSpc>
              <a:spcBef>
                <a:spcPts val="500"/>
              </a:spcBef>
              <a:spcAft>
                <a:spcPts val="0"/>
              </a:spcAft>
              <a:buClr>
                <a:srgbClr val="808080"/>
              </a:buClr>
              <a:buSzPts val="2100"/>
              <a:buFont typeface="Arial"/>
              <a:buNone/>
              <a:defRPr sz="2100">
                <a:solidFill>
                  <a:srgbClr val="808080"/>
                </a:solidFill>
              </a:defRPr>
            </a:lvl1pPr>
            <a:lvl2pPr indent="-361950" lvl="1" marL="914400" rtl="0" algn="ctr">
              <a:lnSpc>
                <a:spcPct val="100000"/>
              </a:lnSpc>
              <a:spcBef>
                <a:spcPts val="500"/>
              </a:spcBef>
              <a:spcAft>
                <a:spcPts val="0"/>
              </a:spcAft>
              <a:buClr>
                <a:srgbClr val="808080"/>
              </a:buClr>
              <a:buSzPts val="2100"/>
              <a:buFont typeface="Arial"/>
              <a:buChar char="–"/>
              <a:defRPr sz="2100">
                <a:solidFill>
                  <a:srgbClr val="808080"/>
                </a:solidFill>
              </a:defRPr>
            </a:lvl2pPr>
            <a:lvl3pPr indent="-361950" lvl="2" marL="1371600" rtl="0" algn="ctr">
              <a:lnSpc>
                <a:spcPct val="100000"/>
              </a:lnSpc>
              <a:spcBef>
                <a:spcPts val="500"/>
              </a:spcBef>
              <a:spcAft>
                <a:spcPts val="0"/>
              </a:spcAft>
              <a:buClr>
                <a:srgbClr val="808080"/>
              </a:buClr>
              <a:buSzPts val="2100"/>
              <a:buFont typeface="Arial"/>
              <a:buChar char="•"/>
              <a:defRPr sz="2100">
                <a:solidFill>
                  <a:srgbClr val="808080"/>
                </a:solidFill>
              </a:defRPr>
            </a:lvl3pPr>
            <a:lvl4pPr indent="-361950" lvl="3" marL="1828800" rtl="0" algn="ctr">
              <a:lnSpc>
                <a:spcPct val="100000"/>
              </a:lnSpc>
              <a:spcBef>
                <a:spcPts val="500"/>
              </a:spcBef>
              <a:spcAft>
                <a:spcPts val="0"/>
              </a:spcAft>
              <a:buClr>
                <a:srgbClr val="808080"/>
              </a:buClr>
              <a:buSzPts val="2100"/>
              <a:buFont typeface="Arial"/>
              <a:buChar char="–"/>
              <a:defRPr sz="2100">
                <a:solidFill>
                  <a:srgbClr val="808080"/>
                </a:solidFill>
              </a:defRPr>
            </a:lvl4pPr>
            <a:lvl5pPr indent="-361950" lvl="4" marL="2286000" rtl="0" algn="ctr">
              <a:lnSpc>
                <a:spcPct val="100000"/>
              </a:lnSpc>
              <a:spcBef>
                <a:spcPts val="500"/>
              </a:spcBef>
              <a:spcAft>
                <a:spcPts val="0"/>
              </a:spcAft>
              <a:buClr>
                <a:srgbClr val="808080"/>
              </a:buClr>
              <a:buSzPts val="2100"/>
              <a:buFont typeface="Arial"/>
              <a:buChar char="»"/>
              <a:defRPr sz="2100">
                <a:solidFill>
                  <a:srgbClr val="808080"/>
                </a:solidFill>
              </a:defRPr>
            </a:lvl5pPr>
            <a:lvl6pPr indent="-317500" lvl="5" marL="2743200" rtl="0" algn="l">
              <a:lnSpc>
                <a:spcPct val="100000"/>
              </a:lnSpc>
              <a:spcBef>
                <a:spcPts val="400"/>
              </a:spcBef>
              <a:spcAft>
                <a:spcPts val="0"/>
              </a:spcAft>
              <a:buClr>
                <a:srgbClr val="0000FF"/>
              </a:buClr>
              <a:buSzPts val="1400"/>
              <a:buChar char="»"/>
              <a:defRPr/>
            </a:lvl6pPr>
            <a:lvl7pPr indent="-317500" lvl="6" marL="3200400" rtl="0" algn="l">
              <a:lnSpc>
                <a:spcPct val="100000"/>
              </a:lnSpc>
              <a:spcBef>
                <a:spcPts val="400"/>
              </a:spcBef>
              <a:spcAft>
                <a:spcPts val="0"/>
              </a:spcAft>
              <a:buClr>
                <a:srgbClr val="0000FF"/>
              </a:buClr>
              <a:buSzPts val="1400"/>
              <a:buChar char="»"/>
              <a:defRPr/>
            </a:lvl7pPr>
            <a:lvl8pPr indent="-317500" lvl="7" marL="3657600" rtl="0" algn="l">
              <a:lnSpc>
                <a:spcPct val="100000"/>
              </a:lnSpc>
              <a:spcBef>
                <a:spcPts val="400"/>
              </a:spcBef>
              <a:spcAft>
                <a:spcPts val="0"/>
              </a:spcAft>
              <a:buClr>
                <a:srgbClr val="0000FF"/>
              </a:buClr>
              <a:buSzPts val="1400"/>
              <a:buChar char="»"/>
              <a:defRPr/>
            </a:lvl8pPr>
            <a:lvl9pPr indent="-317500" lvl="8" marL="4114800" rtl="0" algn="l">
              <a:lnSpc>
                <a:spcPct val="100000"/>
              </a:lnSpc>
              <a:spcBef>
                <a:spcPts val="400"/>
              </a:spcBef>
              <a:spcAft>
                <a:spcPts val="0"/>
              </a:spcAft>
              <a:buClr>
                <a:srgbClr val="0000FF"/>
              </a:buClr>
              <a:buSzPts val="1400"/>
              <a:buChar char="»"/>
              <a:defRPr/>
            </a:lvl9pPr>
          </a:lstStyle>
          <a:p/>
        </p:txBody>
      </p:sp>
      <p:sp>
        <p:nvSpPr>
          <p:cNvPr id="61" name="Google Shape;61;p14"/>
          <p:cNvSpPr txBox="1"/>
          <p:nvPr>
            <p:ph idx="12" type="sldNum"/>
          </p:nvPr>
        </p:nvSpPr>
        <p:spPr>
          <a:xfrm>
            <a:off x="4419600" y="4629150"/>
            <a:ext cx="2133600" cy="207900"/>
          </a:xfrm>
          <a:prstGeom prst="rect">
            <a:avLst/>
          </a:prstGeom>
          <a:no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b="1" sz="1200">
              <a:solidFill>
                <a:schemeClr val="accent2"/>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2" name="Shape 62"/>
        <p:cNvGrpSpPr/>
        <p:nvPr/>
      </p:nvGrpSpPr>
      <p:grpSpPr>
        <a:xfrm>
          <a:off x="0" y="0"/>
          <a:ext cx="0" cy="0"/>
          <a:chOff x="0" y="0"/>
          <a:chExt cx="0" cy="0"/>
        </a:xfrm>
      </p:grpSpPr>
      <p:sp>
        <p:nvSpPr>
          <p:cNvPr id="63" name="Google Shape;63;p15"/>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
        <p:nvSpPr>
          <p:cNvPr id="64" name="Google Shape;64;p15"/>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lvl1pPr lvl="0" rtl="0" algn="ctr">
              <a:lnSpc>
                <a:spcPct val="100000"/>
              </a:lnSpc>
              <a:spcBef>
                <a:spcPts val="0"/>
              </a:spcBef>
              <a:spcAft>
                <a:spcPts val="0"/>
              </a:spcAft>
              <a:buClr>
                <a:srgbClr val="1B57B5"/>
              </a:buClr>
              <a:buSzPts val="1400"/>
              <a:buNone/>
              <a:defRPr/>
            </a:lvl1pPr>
            <a:lvl2pPr lvl="1" rtl="0" algn="ctr">
              <a:lnSpc>
                <a:spcPct val="100000"/>
              </a:lnSpc>
              <a:spcBef>
                <a:spcPts val="0"/>
              </a:spcBef>
              <a:spcAft>
                <a:spcPts val="0"/>
              </a:spcAft>
              <a:buClr>
                <a:srgbClr val="1B57B5"/>
              </a:buClr>
              <a:buSzPts val="1400"/>
              <a:buNone/>
              <a:defRPr/>
            </a:lvl2pPr>
            <a:lvl3pPr lvl="2" rtl="0" algn="ctr">
              <a:lnSpc>
                <a:spcPct val="100000"/>
              </a:lnSpc>
              <a:spcBef>
                <a:spcPts val="0"/>
              </a:spcBef>
              <a:spcAft>
                <a:spcPts val="0"/>
              </a:spcAft>
              <a:buClr>
                <a:srgbClr val="1B57B5"/>
              </a:buClr>
              <a:buSzPts val="1400"/>
              <a:buNone/>
              <a:defRPr/>
            </a:lvl3pPr>
            <a:lvl4pPr lvl="3" rtl="0" algn="ctr">
              <a:lnSpc>
                <a:spcPct val="100000"/>
              </a:lnSpc>
              <a:spcBef>
                <a:spcPts val="0"/>
              </a:spcBef>
              <a:spcAft>
                <a:spcPts val="0"/>
              </a:spcAft>
              <a:buClr>
                <a:srgbClr val="1B57B5"/>
              </a:buClr>
              <a:buSzPts val="1400"/>
              <a:buNone/>
              <a:defRPr/>
            </a:lvl4pPr>
            <a:lvl5pPr lvl="4" rtl="0" algn="ctr">
              <a:lnSpc>
                <a:spcPct val="100000"/>
              </a:lnSpc>
              <a:spcBef>
                <a:spcPts val="0"/>
              </a:spcBef>
              <a:spcAft>
                <a:spcPts val="0"/>
              </a:spcAft>
              <a:buClr>
                <a:srgbClr val="1B57B5"/>
              </a:buClr>
              <a:buSzPts val="1400"/>
              <a:buNone/>
              <a:defRPr/>
            </a:lvl5pPr>
            <a:lvl6pPr lvl="5" rtl="0" algn="ctr">
              <a:lnSpc>
                <a:spcPct val="100000"/>
              </a:lnSpc>
              <a:spcBef>
                <a:spcPts val="0"/>
              </a:spcBef>
              <a:spcAft>
                <a:spcPts val="0"/>
              </a:spcAft>
              <a:buClr>
                <a:srgbClr val="1B57B5"/>
              </a:buClr>
              <a:buSzPts val="1400"/>
              <a:buNone/>
              <a:defRPr/>
            </a:lvl6pPr>
            <a:lvl7pPr lvl="6" rtl="0" algn="ctr">
              <a:lnSpc>
                <a:spcPct val="100000"/>
              </a:lnSpc>
              <a:spcBef>
                <a:spcPts val="0"/>
              </a:spcBef>
              <a:spcAft>
                <a:spcPts val="0"/>
              </a:spcAft>
              <a:buClr>
                <a:srgbClr val="1B57B5"/>
              </a:buClr>
              <a:buSzPts val="1400"/>
              <a:buNone/>
              <a:defRPr/>
            </a:lvl7pPr>
            <a:lvl8pPr lvl="7" rtl="0" algn="ctr">
              <a:lnSpc>
                <a:spcPct val="100000"/>
              </a:lnSpc>
              <a:spcBef>
                <a:spcPts val="0"/>
              </a:spcBef>
              <a:spcAft>
                <a:spcPts val="0"/>
              </a:spcAft>
              <a:buClr>
                <a:srgbClr val="1B57B5"/>
              </a:buClr>
              <a:buSzPts val="1400"/>
              <a:buNone/>
              <a:defRPr/>
            </a:lvl8pPr>
            <a:lvl9pPr lvl="8" rtl="0" algn="ctr">
              <a:lnSpc>
                <a:spcPct val="100000"/>
              </a:lnSpc>
              <a:spcBef>
                <a:spcPts val="0"/>
              </a:spcBef>
              <a:spcAft>
                <a:spcPts val="0"/>
              </a:spcAft>
              <a:buClr>
                <a:srgbClr val="1B57B5"/>
              </a:buClr>
              <a:buSzPts val="1400"/>
              <a:buNone/>
              <a:defRPr/>
            </a:lvl9pPr>
          </a:lstStyle>
          <a:p/>
        </p:txBody>
      </p:sp>
      <p:sp>
        <p:nvSpPr>
          <p:cNvPr id="65" name="Google Shape;65;p15"/>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rmAutofit/>
          </a:bodyPr>
          <a:lstStyle>
            <a:lvl1pPr indent="-317500" lvl="0" marL="457200" rtl="0" algn="l">
              <a:lnSpc>
                <a:spcPct val="100000"/>
              </a:lnSpc>
              <a:spcBef>
                <a:spcPts val="400"/>
              </a:spcBef>
              <a:spcAft>
                <a:spcPts val="0"/>
              </a:spcAft>
              <a:buClr>
                <a:srgbClr val="0000FF"/>
              </a:buClr>
              <a:buSzPts val="1400"/>
              <a:buChar char="•"/>
              <a:defRPr/>
            </a:lvl1pPr>
            <a:lvl2pPr indent="-317500" lvl="1" marL="914400" rtl="0" algn="l">
              <a:lnSpc>
                <a:spcPct val="100000"/>
              </a:lnSpc>
              <a:spcBef>
                <a:spcPts val="400"/>
              </a:spcBef>
              <a:spcAft>
                <a:spcPts val="0"/>
              </a:spcAft>
              <a:buClr>
                <a:srgbClr val="0000FF"/>
              </a:buClr>
              <a:buSzPts val="1400"/>
              <a:buChar char="–"/>
              <a:defRPr/>
            </a:lvl2pPr>
            <a:lvl3pPr indent="-317500" lvl="2" marL="1371600" rtl="0" algn="l">
              <a:lnSpc>
                <a:spcPct val="100000"/>
              </a:lnSpc>
              <a:spcBef>
                <a:spcPts val="400"/>
              </a:spcBef>
              <a:spcAft>
                <a:spcPts val="0"/>
              </a:spcAft>
              <a:buClr>
                <a:srgbClr val="0000FF"/>
              </a:buClr>
              <a:buSzPts val="1400"/>
              <a:buChar char="•"/>
              <a:defRPr/>
            </a:lvl3pPr>
            <a:lvl4pPr indent="-317500" lvl="3" marL="1828800" rtl="0" algn="l">
              <a:lnSpc>
                <a:spcPct val="100000"/>
              </a:lnSpc>
              <a:spcBef>
                <a:spcPts val="400"/>
              </a:spcBef>
              <a:spcAft>
                <a:spcPts val="0"/>
              </a:spcAft>
              <a:buClr>
                <a:srgbClr val="0000FF"/>
              </a:buClr>
              <a:buSzPts val="1400"/>
              <a:buChar char="–"/>
              <a:defRPr/>
            </a:lvl4pPr>
            <a:lvl5pPr indent="-317500" lvl="4" marL="2286000" rtl="0" algn="l">
              <a:lnSpc>
                <a:spcPct val="100000"/>
              </a:lnSpc>
              <a:spcBef>
                <a:spcPts val="400"/>
              </a:spcBef>
              <a:spcAft>
                <a:spcPts val="0"/>
              </a:spcAft>
              <a:buClr>
                <a:srgbClr val="0000FF"/>
              </a:buClr>
              <a:buSzPts val="1400"/>
              <a:buChar char="»"/>
              <a:defRPr/>
            </a:lvl5pPr>
            <a:lvl6pPr indent="-317500" lvl="5" marL="2743200" rtl="0" algn="l">
              <a:lnSpc>
                <a:spcPct val="100000"/>
              </a:lnSpc>
              <a:spcBef>
                <a:spcPts val="400"/>
              </a:spcBef>
              <a:spcAft>
                <a:spcPts val="0"/>
              </a:spcAft>
              <a:buClr>
                <a:srgbClr val="0000FF"/>
              </a:buClr>
              <a:buSzPts val="1400"/>
              <a:buChar char="»"/>
              <a:defRPr/>
            </a:lvl6pPr>
            <a:lvl7pPr indent="-317500" lvl="6" marL="3200400" rtl="0" algn="l">
              <a:lnSpc>
                <a:spcPct val="100000"/>
              </a:lnSpc>
              <a:spcBef>
                <a:spcPts val="400"/>
              </a:spcBef>
              <a:spcAft>
                <a:spcPts val="0"/>
              </a:spcAft>
              <a:buClr>
                <a:srgbClr val="0000FF"/>
              </a:buClr>
              <a:buSzPts val="1400"/>
              <a:buChar char="»"/>
              <a:defRPr/>
            </a:lvl7pPr>
            <a:lvl8pPr indent="-317500" lvl="7" marL="3657600" rtl="0" algn="l">
              <a:lnSpc>
                <a:spcPct val="100000"/>
              </a:lnSpc>
              <a:spcBef>
                <a:spcPts val="400"/>
              </a:spcBef>
              <a:spcAft>
                <a:spcPts val="0"/>
              </a:spcAft>
              <a:buClr>
                <a:srgbClr val="0000FF"/>
              </a:buClr>
              <a:buSzPts val="1400"/>
              <a:buChar char="»"/>
              <a:defRPr/>
            </a:lvl8pPr>
            <a:lvl9pPr indent="-317500" lvl="8" marL="4114800" rtl="0" algn="l">
              <a:lnSpc>
                <a:spcPct val="100000"/>
              </a:lnSpc>
              <a:spcBef>
                <a:spcPts val="400"/>
              </a:spcBef>
              <a:spcAft>
                <a:spcPts val="0"/>
              </a:spcAft>
              <a:buClr>
                <a:srgbClr val="0000FF"/>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66" name="Shape 66"/>
        <p:cNvGrpSpPr/>
        <p:nvPr/>
      </p:nvGrpSpPr>
      <p:grpSpPr>
        <a:xfrm>
          <a:off x="0" y="0"/>
          <a:ext cx="0" cy="0"/>
          <a:chOff x="0" y="0"/>
          <a:chExt cx="0" cy="0"/>
        </a:xfrm>
      </p:grpSpPr>
      <p:pic>
        <p:nvPicPr>
          <p:cNvPr descr="Picture 21" id="67" name="Google Shape;67;p16"/>
          <p:cNvPicPr preferRelativeResize="0"/>
          <p:nvPr/>
        </p:nvPicPr>
        <p:blipFill rotWithShape="1">
          <a:blip r:embed="rId2">
            <a:alphaModFix/>
          </a:blip>
          <a:srcRect b="0" l="0" r="0" t="0"/>
          <a:stretch/>
        </p:blipFill>
        <p:spPr>
          <a:xfrm>
            <a:off x="1" y="4176545"/>
            <a:ext cx="9142413" cy="966956"/>
          </a:xfrm>
          <a:prstGeom prst="rect">
            <a:avLst/>
          </a:prstGeom>
          <a:noFill/>
          <a:ln>
            <a:noFill/>
          </a:ln>
        </p:spPr>
      </p:pic>
      <p:sp>
        <p:nvSpPr>
          <p:cNvPr id="68" name="Google Shape;68;p16"/>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pic>
        <p:nvPicPr>
          <p:cNvPr descr="Picture 21" id="51" name="Google Shape;51;p13"/>
          <p:cNvPicPr preferRelativeResize="0"/>
          <p:nvPr/>
        </p:nvPicPr>
        <p:blipFill rotWithShape="1">
          <a:blip r:embed="rId1">
            <a:alphaModFix/>
          </a:blip>
          <a:srcRect b="0" l="0" r="0" t="0"/>
          <a:stretch/>
        </p:blipFill>
        <p:spPr>
          <a:xfrm>
            <a:off x="1" y="4176545"/>
            <a:ext cx="9142413" cy="966956"/>
          </a:xfrm>
          <a:prstGeom prst="rect">
            <a:avLst/>
          </a:prstGeom>
          <a:noFill/>
          <a:ln>
            <a:noFill/>
          </a:ln>
        </p:spPr>
      </p:pic>
      <p:sp>
        <p:nvSpPr>
          <p:cNvPr id="52" name="Google Shape;52;p13"/>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b="0" sz="1100">
              <a:solidFill>
                <a:srgbClr val="000000"/>
              </a:solidFill>
              <a:latin typeface="Arial"/>
              <a:ea typeface="Arial"/>
              <a:cs typeface="Arial"/>
              <a:sym typeface="Arial"/>
            </a:endParaRPr>
          </a:p>
        </p:txBody>
      </p:sp>
      <p:cxnSp>
        <p:nvCxnSpPr>
          <p:cNvPr id="53" name="Google Shape;53;p13"/>
          <p:cNvCxnSpPr/>
          <p:nvPr/>
        </p:nvCxnSpPr>
        <p:spPr>
          <a:xfrm>
            <a:off x="457200" y="800100"/>
            <a:ext cx="8229600" cy="1200"/>
          </a:xfrm>
          <a:prstGeom prst="straightConnector1">
            <a:avLst/>
          </a:prstGeom>
          <a:noFill/>
          <a:ln cap="flat" cmpd="sng" w="9525">
            <a:solidFill>
              <a:srgbClr val="B7E3E7"/>
            </a:solidFill>
            <a:prstDash val="solid"/>
            <a:round/>
            <a:headEnd len="sm" w="sm" type="none"/>
            <a:tailEnd len="sm" w="sm" type="none"/>
          </a:ln>
        </p:spPr>
      </p:cxnSp>
      <p:sp>
        <p:nvSpPr>
          <p:cNvPr id="54" name="Google Shape;54;p13"/>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lvl1pPr lvl="0"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1pPr>
            <a:lvl2pPr lvl="1"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2pPr>
            <a:lvl3pPr lvl="2"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3pPr>
            <a:lvl4pPr lvl="3"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4pPr>
            <a:lvl5pPr lvl="4"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5pPr>
            <a:lvl6pPr lvl="5"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6pPr>
            <a:lvl7pPr lvl="6"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7pPr>
            <a:lvl8pPr lvl="7"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8pPr>
            <a:lvl9pPr lvl="8"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9pPr>
          </a:lstStyle>
          <a:p/>
        </p:txBody>
      </p:sp>
      <p:sp>
        <p:nvSpPr>
          <p:cNvPr id="55" name="Google Shape;55;p13"/>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rmAutofit/>
          </a:bodyPr>
          <a:lstStyle>
            <a:lvl1pPr indent="-342900" lvl="0" marL="4572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1pPr>
            <a:lvl2pPr indent="-342900" lvl="1" marL="9144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2pPr>
            <a:lvl3pPr indent="-342900" lvl="2" marL="13716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3pPr>
            <a:lvl4pPr indent="-342900" lvl="3" marL="18288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4pPr>
            <a:lvl5pPr indent="-342900" lvl="4" marL="22860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5pPr>
            <a:lvl6pPr indent="-342900" lvl="5" marL="27432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6pPr>
            <a:lvl7pPr indent="-342900" lvl="6" marL="32004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7pPr>
            <a:lvl8pPr indent="-342900" lvl="7" marL="36576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8pPr>
            <a:lvl9pPr indent="-342900" lvl="8" marL="41148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5.png"/><Relationship Id="rId8"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txBox="1"/>
          <p:nvPr>
            <p:ph type="title"/>
          </p:nvPr>
        </p:nvSpPr>
        <p:spPr>
          <a:xfrm>
            <a:off x="685800" y="1419875"/>
            <a:ext cx="7772400" cy="8574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b="0" i="0" lang="en" sz="2500" u="none" cap="none" strike="noStrike">
                <a:solidFill>
                  <a:srgbClr val="1B57B5"/>
                </a:solidFill>
                <a:latin typeface="Arial"/>
                <a:ea typeface="Arial"/>
                <a:cs typeface="Arial"/>
                <a:sym typeface="Arial"/>
              </a:rPr>
              <a:t>S</a:t>
            </a:r>
            <a:r>
              <a:rPr lang="en" sz="2500"/>
              <a:t>econd-Hand Car Trade</a:t>
            </a:r>
            <a:r>
              <a:rPr b="0" i="0" lang="en" sz="2500" u="none" cap="none" strike="noStrike">
                <a:solidFill>
                  <a:srgbClr val="1B57B5"/>
                </a:solidFill>
                <a:latin typeface="Arial"/>
                <a:ea typeface="Arial"/>
                <a:cs typeface="Arial"/>
                <a:sym typeface="Arial"/>
              </a:rPr>
              <a:t> </a:t>
            </a:r>
            <a:r>
              <a:rPr lang="en" sz="2500"/>
              <a:t>U</a:t>
            </a:r>
            <a:r>
              <a:rPr b="0" i="0" lang="en" sz="2500" u="none" cap="none" strike="noStrike">
                <a:solidFill>
                  <a:srgbClr val="1B57B5"/>
                </a:solidFill>
                <a:latin typeface="Arial"/>
                <a:ea typeface="Arial"/>
                <a:cs typeface="Arial"/>
                <a:sym typeface="Arial"/>
              </a:rPr>
              <a:t>sing Blockchain</a:t>
            </a:r>
            <a:endParaRPr sz="2500"/>
          </a:p>
        </p:txBody>
      </p:sp>
      <p:sp>
        <p:nvSpPr>
          <p:cNvPr id="74" name="Google Shape;74;p17"/>
          <p:cNvSpPr txBox="1"/>
          <p:nvPr>
            <p:ph idx="1" type="body"/>
          </p:nvPr>
        </p:nvSpPr>
        <p:spPr>
          <a:xfrm>
            <a:off x="1371600" y="2571750"/>
            <a:ext cx="6400800" cy="1314600"/>
          </a:xfrm>
          <a:prstGeom prst="rect">
            <a:avLst/>
          </a:prstGeom>
          <a:noFill/>
          <a:ln>
            <a:noFill/>
          </a:ln>
        </p:spPr>
        <p:txBody>
          <a:bodyPr anchorCtr="0" anchor="t" bIns="34275" lIns="34275" spcFirstLastPara="1" rIns="34275" wrap="square" tIns="34275">
            <a:noAutofit/>
          </a:bodyPr>
          <a:lstStyle/>
          <a:p>
            <a:pPr indent="0" lvl="0" marL="0" rtl="0" algn="ctr">
              <a:lnSpc>
                <a:spcPct val="80000"/>
              </a:lnSpc>
              <a:spcBef>
                <a:spcPts val="0"/>
              </a:spcBef>
              <a:spcAft>
                <a:spcPts val="0"/>
              </a:spcAft>
              <a:buClr>
                <a:srgbClr val="808080"/>
              </a:buClr>
              <a:buSzPts val="1110"/>
              <a:buFont typeface="Arial"/>
              <a:buNone/>
            </a:pPr>
            <a:r>
              <a:rPr lang="en" sz="1500"/>
              <a:t>By:</a:t>
            </a:r>
            <a:endParaRPr sz="1500"/>
          </a:p>
          <a:p>
            <a:pPr indent="0" lvl="0" marL="0" rtl="0" algn="ctr">
              <a:lnSpc>
                <a:spcPct val="80000"/>
              </a:lnSpc>
              <a:spcBef>
                <a:spcPts val="200"/>
              </a:spcBef>
              <a:spcAft>
                <a:spcPts val="0"/>
              </a:spcAft>
              <a:buClr>
                <a:srgbClr val="808080"/>
              </a:buClr>
              <a:buSzPts val="1110"/>
              <a:buFont typeface="Arial"/>
              <a:buNone/>
            </a:pPr>
            <a:r>
              <a:rPr lang="en" sz="1500"/>
              <a:t>Arun Pradeep		195002014</a:t>
            </a:r>
            <a:endParaRPr sz="1500"/>
          </a:p>
          <a:p>
            <a:pPr indent="0" lvl="0" marL="0" rtl="0" algn="ctr">
              <a:lnSpc>
                <a:spcPct val="80000"/>
              </a:lnSpc>
              <a:spcBef>
                <a:spcPts val="200"/>
              </a:spcBef>
              <a:spcAft>
                <a:spcPts val="0"/>
              </a:spcAft>
              <a:buClr>
                <a:srgbClr val="808080"/>
              </a:buClr>
              <a:buSzPts val="1110"/>
              <a:buFont typeface="Arial"/>
              <a:buNone/>
            </a:pPr>
            <a:r>
              <a:rPr lang="en" sz="1500"/>
              <a:t>Bhavna Magendiran	195002021</a:t>
            </a:r>
            <a:endParaRPr sz="1500"/>
          </a:p>
          <a:p>
            <a:pPr indent="0" lvl="0" marL="0" rtl="0" algn="ctr">
              <a:lnSpc>
                <a:spcPct val="80000"/>
              </a:lnSpc>
              <a:spcBef>
                <a:spcPts val="200"/>
              </a:spcBef>
              <a:spcAft>
                <a:spcPts val="0"/>
              </a:spcAft>
              <a:buClr>
                <a:srgbClr val="808080"/>
              </a:buClr>
              <a:buSzPts val="1110"/>
              <a:buFont typeface="Arial"/>
              <a:buNone/>
            </a:pPr>
            <a:r>
              <a:t/>
            </a:r>
            <a:endParaRPr sz="1500"/>
          </a:p>
          <a:p>
            <a:pPr indent="0" lvl="0" marL="0" rtl="0" algn="ctr">
              <a:lnSpc>
                <a:spcPct val="80000"/>
              </a:lnSpc>
              <a:spcBef>
                <a:spcPts val="200"/>
              </a:spcBef>
              <a:spcAft>
                <a:spcPts val="0"/>
              </a:spcAft>
              <a:buClr>
                <a:srgbClr val="808080"/>
              </a:buClr>
              <a:buSzPts val="1110"/>
              <a:buFont typeface="Arial"/>
              <a:buNone/>
            </a:pPr>
            <a:r>
              <a:rPr lang="en" sz="1500"/>
              <a:t>Guided by:</a:t>
            </a:r>
            <a:endParaRPr sz="1500"/>
          </a:p>
          <a:p>
            <a:pPr indent="0" lvl="0" marL="0" rtl="0" algn="ctr">
              <a:lnSpc>
                <a:spcPct val="80000"/>
              </a:lnSpc>
              <a:spcBef>
                <a:spcPts val="200"/>
              </a:spcBef>
              <a:spcAft>
                <a:spcPts val="0"/>
              </a:spcAft>
              <a:buClr>
                <a:srgbClr val="808080"/>
              </a:buClr>
              <a:buSzPts val="1110"/>
              <a:buFont typeface="Arial"/>
              <a:buNone/>
            </a:pPr>
            <a:r>
              <a:rPr lang="en" sz="1500">
                <a:highlight>
                  <a:srgbClr val="FFFFFF"/>
                </a:highlight>
              </a:rPr>
              <a:t>Dr. S. Mohanavalli</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a:t>OUTLINE</a:t>
            </a:r>
            <a:endParaRPr/>
          </a:p>
        </p:txBody>
      </p:sp>
      <p:sp>
        <p:nvSpPr>
          <p:cNvPr id="80" name="Google Shape;80;p18"/>
          <p:cNvSpPr txBox="1"/>
          <p:nvPr>
            <p:ph idx="1" type="body"/>
          </p:nvPr>
        </p:nvSpPr>
        <p:spPr>
          <a:xfrm>
            <a:off x="457200" y="914400"/>
            <a:ext cx="8229600" cy="3668400"/>
          </a:xfrm>
          <a:prstGeom prst="rect">
            <a:avLst/>
          </a:prstGeom>
          <a:noFill/>
          <a:ln>
            <a:noFill/>
          </a:ln>
        </p:spPr>
        <p:txBody>
          <a:bodyPr anchorCtr="0" anchor="ctr" bIns="34275" lIns="34275" spcFirstLastPara="1" rIns="34275" wrap="square" tIns="34275">
            <a:normAutofit/>
          </a:bodyPr>
          <a:lstStyle/>
          <a:p>
            <a:pPr indent="-323850" lvl="0" marL="457200" rtl="0" algn="l">
              <a:lnSpc>
                <a:spcPct val="115000"/>
              </a:lnSpc>
              <a:spcBef>
                <a:spcPts val="0"/>
              </a:spcBef>
              <a:spcAft>
                <a:spcPts val="0"/>
              </a:spcAft>
              <a:buClr>
                <a:srgbClr val="595959"/>
              </a:buClr>
              <a:buSzPts val="1500"/>
              <a:buChar char="●"/>
            </a:pPr>
            <a:r>
              <a:rPr lang="en" sz="1500">
                <a:solidFill>
                  <a:srgbClr val="595959"/>
                </a:solidFill>
              </a:rPr>
              <a:t>Expected Outcomes</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System Design</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Implementation </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Techstack used</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Testing</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Challenges</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Future work</a:t>
            </a:r>
            <a:endParaRPr sz="1500">
              <a:solidFill>
                <a:srgbClr val="595959"/>
              </a:solidFill>
            </a:endParaRPr>
          </a:p>
          <a:p>
            <a:pPr indent="0" lvl="0" marL="457200" rtl="0" algn="l">
              <a:lnSpc>
                <a:spcPct val="115000"/>
              </a:lnSpc>
              <a:spcBef>
                <a:spcPts val="1200"/>
              </a:spcBef>
              <a:spcAft>
                <a:spcPts val="1200"/>
              </a:spcAft>
              <a:buNone/>
            </a:pPr>
            <a:r>
              <a:t/>
            </a:r>
            <a:endParaRPr sz="1500">
              <a:solidFill>
                <a:srgbClr val="595959"/>
              </a:solidFill>
            </a:endParaRPr>
          </a:p>
        </p:txBody>
      </p:sp>
      <p:sp>
        <p:nvSpPr>
          <p:cNvPr id="81" name="Google Shape;81;p1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EXPECTED OUTCOMES</a:t>
            </a:r>
            <a:endParaRPr sz="2500"/>
          </a:p>
        </p:txBody>
      </p:sp>
      <p:graphicFrame>
        <p:nvGraphicFramePr>
          <p:cNvPr id="87" name="Google Shape;87;p19"/>
          <p:cNvGraphicFramePr/>
          <p:nvPr/>
        </p:nvGraphicFramePr>
        <p:xfrm>
          <a:off x="952500" y="1365575"/>
          <a:ext cx="3000000" cy="3000000"/>
        </p:xfrm>
        <a:graphic>
          <a:graphicData uri="http://schemas.openxmlformats.org/drawingml/2006/table">
            <a:tbl>
              <a:tblPr>
                <a:noFill/>
                <a:tableStyleId>{79120221-F314-4667-BE2E-30DA5CE7E270}</a:tableStyleId>
              </a:tblPr>
              <a:tblGrid>
                <a:gridCol w="1243075"/>
                <a:gridCol w="1938700"/>
                <a:gridCol w="4057225"/>
              </a:tblGrid>
              <a:tr h="381000">
                <a:tc>
                  <a:txBody>
                    <a:bodyPr/>
                    <a:lstStyle/>
                    <a:p>
                      <a:pPr indent="0" lvl="0" marL="0" rtl="0" algn="l">
                        <a:spcBef>
                          <a:spcPts val="0"/>
                        </a:spcBef>
                        <a:spcAft>
                          <a:spcPts val="0"/>
                        </a:spcAft>
                        <a:buNone/>
                      </a:pPr>
                      <a:r>
                        <a:rPr lang="en">
                          <a:solidFill>
                            <a:srgbClr val="595959"/>
                          </a:solidFill>
                        </a:rPr>
                        <a:t>PHASE 1</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lnSpc>
                          <a:spcPct val="150000"/>
                        </a:lnSpc>
                        <a:spcBef>
                          <a:spcPts val="0"/>
                        </a:spcBef>
                        <a:spcAft>
                          <a:spcPts val="0"/>
                        </a:spcAft>
                        <a:buNone/>
                      </a:pPr>
                      <a:r>
                        <a:rPr lang="en" sz="1410">
                          <a:solidFill>
                            <a:srgbClr val="595959"/>
                          </a:solidFill>
                        </a:rPr>
                        <a:t>Planning Phase</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solidFill>
                            <a:srgbClr val="595959"/>
                          </a:solidFill>
                        </a:rPr>
                        <a:t>Requirements of the project, identifying business problem</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2</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lnSpc>
                          <a:spcPct val="150000"/>
                        </a:lnSpc>
                        <a:spcBef>
                          <a:spcPts val="0"/>
                        </a:spcBef>
                        <a:spcAft>
                          <a:spcPts val="0"/>
                        </a:spcAft>
                        <a:buNone/>
                      </a:pPr>
                      <a:r>
                        <a:rPr lang="en" sz="1410">
                          <a:solidFill>
                            <a:srgbClr val="595959"/>
                          </a:solidFill>
                        </a:rPr>
                        <a:t>Design Phase</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solidFill>
                            <a:srgbClr val="595959"/>
                          </a:solidFill>
                        </a:rPr>
                        <a:t>Blockchain architecture, other technical details </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3</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lnSpc>
                          <a:spcPct val="150000"/>
                        </a:lnSpc>
                        <a:spcBef>
                          <a:spcPts val="0"/>
                        </a:spcBef>
                        <a:spcAft>
                          <a:spcPts val="0"/>
                        </a:spcAft>
                        <a:buNone/>
                      </a:pPr>
                      <a:r>
                        <a:rPr lang="en" sz="1410">
                          <a:solidFill>
                            <a:srgbClr val="595959"/>
                          </a:solidFill>
                        </a:rPr>
                        <a:t>Development Phase</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solidFill>
                            <a:srgbClr val="595959"/>
                          </a:solidFill>
                        </a:rPr>
                        <a:t>development of application (Front-end, Back-end </a:t>
                      </a:r>
                      <a:r>
                        <a:rPr lang="en">
                          <a:solidFill>
                            <a:srgbClr val="595959"/>
                          </a:solidFill>
                        </a:rPr>
                        <a:t>separately)</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4</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lnSpc>
                          <a:spcPct val="150000"/>
                        </a:lnSpc>
                        <a:spcBef>
                          <a:spcPts val="0"/>
                        </a:spcBef>
                        <a:spcAft>
                          <a:spcPts val="0"/>
                        </a:spcAft>
                        <a:buNone/>
                      </a:pPr>
                      <a:r>
                        <a:rPr lang="en" sz="1410">
                          <a:solidFill>
                            <a:srgbClr val="595959"/>
                          </a:solidFill>
                        </a:rPr>
                        <a:t>Deployment Phase</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solidFill>
                            <a:srgbClr val="595959"/>
                          </a:solidFill>
                        </a:rPr>
                        <a:t>Integration of Front-end and Back-end </a:t>
                      </a:r>
                      <a:r>
                        <a:rPr lang="en">
                          <a:solidFill>
                            <a:srgbClr val="595959"/>
                          </a:solidFill>
                        </a:rPr>
                        <a:t>Deployment of application</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5</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lnSpc>
                          <a:spcPct val="150000"/>
                        </a:lnSpc>
                        <a:spcBef>
                          <a:spcPts val="0"/>
                        </a:spcBef>
                        <a:spcAft>
                          <a:spcPts val="0"/>
                        </a:spcAft>
                        <a:buNone/>
                      </a:pPr>
                      <a:r>
                        <a:rPr lang="en" sz="1410">
                          <a:solidFill>
                            <a:srgbClr val="595959"/>
                          </a:solidFill>
                        </a:rPr>
                        <a:t>Production Phase</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solidFill>
                            <a:srgbClr val="595959"/>
                          </a:solidFill>
                        </a:rPr>
                        <a:t>Testing, </a:t>
                      </a:r>
                      <a:r>
                        <a:rPr lang="en">
                          <a:solidFill>
                            <a:srgbClr val="595959"/>
                          </a:solidFill>
                        </a:rPr>
                        <a:t>Deploying application</a:t>
                      </a:r>
                      <a:endParaRPr>
                        <a:solidFill>
                          <a:srgbClr val="595959"/>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bl>
          </a:graphicData>
        </a:graphic>
      </p:graphicFrame>
      <p:sp>
        <p:nvSpPr>
          <p:cNvPr id="88" name="Google Shape;88;p1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SYSTEM DESIGN - DAPP Architecture</a:t>
            </a:r>
            <a:endParaRPr/>
          </a:p>
        </p:txBody>
      </p:sp>
      <p:pic>
        <p:nvPicPr>
          <p:cNvPr id="94" name="Google Shape;94;p20"/>
          <p:cNvPicPr preferRelativeResize="0"/>
          <p:nvPr/>
        </p:nvPicPr>
        <p:blipFill>
          <a:blip r:embed="rId3">
            <a:alphaModFix/>
          </a:blip>
          <a:stretch>
            <a:fillRect/>
          </a:stretch>
        </p:blipFill>
        <p:spPr>
          <a:xfrm>
            <a:off x="3163325" y="799975"/>
            <a:ext cx="2817326" cy="40047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SYSTEM DESIGN - Workflow</a:t>
            </a:r>
            <a:endParaRPr/>
          </a:p>
        </p:txBody>
      </p:sp>
      <p:pic>
        <p:nvPicPr>
          <p:cNvPr id="100" name="Google Shape;100;p21"/>
          <p:cNvPicPr preferRelativeResize="0"/>
          <p:nvPr/>
        </p:nvPicPr>
        <p:blipFill>
          <a:blip r:embed="rId3">
            <a:alphaModFix/>
          </a:blip>
          <a:stretch>
            <a:fillRect/>
          </a:stretch>
        </p:blipFill>
        <p:spPr>
          <a:xfrm>
            <a:off x="1700213" y="914400"/>
            <a:ext cx="5743575" cy="3314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2"/>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SYSTEM DESIGN - Workflow</a:t>
            </a:r>
            <a:endParaRPr/>
          </a:p>
        </p:txBody>
      </p:sp>
      <p:pic>
        <p:nvPicPr>
          <p:cNvPr id="106" name="Google Shape;106;p22"/>
          <p:cNvPicPr preferRelativeResize="0"/>
          <p:nvPr/>
        </p:nvPicPr>
        <p:blipFill>
          <a:blip r:embed="rId3">
            <a:alphaModFix/>
          </a:blip>
          <a:stretch>
            <a:fillRect/>
          </a:stretch>
        </p:blipFill>
        <p:spPr>
          <a:xfrm>
            <a:off x="1714500" y="914400"/>
            <a:ext cx="5715000" cy="3476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3"/>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SYSTEM DESIGN - Workflow</a:t>
            </a:r>
            <a:endParaRPr/>
          </a:p>
        </p:txBody>
      </p:sp>
      <p:pic>
        <p:nvPicPr>
          <p:cNvPr id="112" name="Google Shape;112;p23"/>
          <p:cNvPicPr preferRelativeResize="0"/>
          <p:nvPr/>
        </p:nvPicPr>
        <p:blipFill>
          <a:blip r:embed="rId3">
            <a:alphaModFix/>
          </a:blip>
          <a:stretch>
            <a:fillRect/>
          </a:stretch>
        </p:blipFill>
        <p:spPr>
          <a:xfrm>
            <a:off x="1864789" y="799976"/>
            <a:ext cx="5414425" cy="3887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4"/>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 </a:t>
            </a:r>
            <a:endParaRPr/>
          </a:p>
        </p:txBody>
      </p:sp>
      <p:pic>
        <p:nvPicPr>
          <p:cNvPr id="118" name="Google Shape;118;p24"/>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 </a:t>
            </a:r>
            <a:endParaRPr/>
          </a:p>
        </p:txBody>
      </p:sp>
      <p:pic>
        <p:nvPicPr>
          <p:cNvPr id="124" name="Google Shape;124;p25"/>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 </a:t>
            </a:r>
            <a:endParaRPr/>
          </a:p>
        </p:txBody>
      </p:sp>
      <p:pic>
        <p:nvPicPr>
          <p:cNvPr id="130" name="Google Shape;130;p26"/>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 </a:t>
            </a:r>
            <a:endParaRPr/>
          </a:p>
        </p:txBody>
      </p:sp>
      <p:pic>
        <p:nvPicPr>
          <p:cNvPr id="136" name="Google Shape;136;p27"/>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 </a:t>
            </a:r>
            <a:endParaRPr/>
          </a:p>
        </p:txBody>
      </p:sp>
      <p:pic>
        <p:nvPicPr>
          <p:cNvPr id="142" name="Google Shape;142;p28"/>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IMPLEMENTATION </a:t>
            </a:r>
            <a:endParaRPr/>
          </a:p>
        </p:txBody>
      </p:sp>
      <p:pic>
        <p:nvPicPr>
          <p:cNvPr id="148" name="Google Shape;148;p29"/>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0"/>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54" name="Google Shape;154;p30"/>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60" name="Google Shape;160;p31"/>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2"/>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66" name="Google Shape;166;p32"/>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3"/>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72" name="Google Shape;172;p33"/>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78" name="Google Shape;178;p34"/>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84" name="Google Shape;184;p35"/>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90" name="Google Shape;190;p36"/>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196" name="Google Shape;196;p37"/>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8"/>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chemeClr val="dk1"/>
              </a:buClr>
              <a:buSzPts val="1100"/>
              <a:buFont typeface="Arial"/>
              <a:buNone/>
            </a:pPr>
            <a:r>
              <a:rPr lang="en"/>
              <a:t>IMPLEMENTATION</a:t>
            </a:r>
            <a:endParaRPr/>
          </a:p>
        </p:txBody>
      </p:sp>
      <p:pic>
        <p:nvPicPr>
          <p:cNvPr id="202" name="Google Shape;202;p38"/>
          <p:cNvPicPr preferRelativeResize="0"/>
          <p:nvPr/>
        </p:nvPicPr>
        <p:blipFill>
          <a:blip r:embed="rId3">
            <a:alphaModFix/>
          </a:blip>
          <a:stretch>
            <a:fillRect/>
          </a:stretch>
        </p:blipFill>
        <p:spPr>
          <a:xfrm>
            <a:off x="1341025" y="799978"/>
            <a:ext cx="6461957" cy="403872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9"/>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TECHSTACK</a:t>
            </a:r>
            <a:endParaRPr/>
          </a:p>
        </p:txBody>
      </p:sp>
      <p:pic>
        <p:nvPicPr>
          <p:cNvPr id="208" name="Google Shape;208;p39"/>
          <p:cNvPicPr preferRelativeResize="0"/>
          <p:nvPr/>
        </p:nvPicPr>
        <p:blipFill>
          <a:blip r:embed="rId3">
            <a:alphaModFix/>
          </a:blip>
          <a:stretch>
            <a:fillRect/>
          </a:stretch>
        </p:blipFill>
        <p:spPr>
          <a:xfrm>
            <a:off x="269300" y="970525"/>
            <a:ext cx="2464301" cy="783300"/>
          </a:xfrm>
          <a:prstGeom prst="rect">
            <a:avLst/>
          </a:prstGeom>
          <a:noFill/>
          <a:ln>
            <a:noFill/>
          </a:ln>
        </p:spPr>
      </p:pic>
      <p:pic>
        <p:nvPicPr>
          <p:cNvPr id="209" name="Google Shape;209;p39"/>
          <p:cNvPicPr preferRelativeResize="0"/>
          <p:nvPr/>
        </p:nvPicPr>
        <p:blipFill>
          <a:blip r:embed="rId4">
            <a:alphaModFix/>
          </a:blip>
          <a:stretch>
            <a:fillRect/>
          </a:stretch>
        </p:blipFill>
        <p:spPr>
          <a:xfrm>
            <a:off x="2984926" y="970520"/>
            <a:ext cx="2598202" cy="1461499"/>
          </a:xfrm>
          <a:prstGeom prst="rect">
            <a:avLst/>
          </a:prstGeom>
          <a:noFill/>
          <a:ln>
            <a:noFill/>
          </a:ln>
        </p:spPr>
      </p:pic>
      <p:pic>
        <p:nvPicPr>
          <p:cNvPr id="210" name="Google Shape;210;p39"/>
          <p:cNvPicPr preferRelativeResize="0"/>
          <p:nvPr/>
        </p:nvPicPr>
        <p:blipFill>
          <a:blip r:embed="rId5">
            <a:alphaModFix/>
          </a:blip>
          <a:stretch>
            <a:fillRect/>
          </a:stretch>
        </p:blipFill>
        <p:spPr>
          <a:xfrm>
            <a:off x="269300" y="2724653"/>
            <a:ext cx="2464299" cy="1404773"/>
          </a:xfrm>
          <a:prstGeom prst="rect">
            <a:avLst/>
          </a:prstGeom>
          <a:noFill/>
          <a:ln>
            <a:noFill/>
          </a:ln>
        </p:spPr>
      </p:pic>
      <p:pic>
        <p:nvPicPr>
          <p:cNvPr id="211" name="Google Shape;211;p39"/>
          <p:cNvPicPr preferRelativeResize="0"/>
          <p:nvPr/>
        </p:nvPicPr>
        <p:blipFill>
          <a:blip r:embed="rId6">
            <a:alphaModFix/>
          </a:blip>
          <a:stretch>
            <a:fillRect/>
          </a:stretch>
        </p:blipFill>
        <p:spPr>
          <a:xfrm>
            <a:off x="2984925" y="2618775"/>
            <a:ext cx="4527800" cy="1616525"/>
          </a:xfrm>
          <a:prstGeom prst="rect">
            <a:avLst/>
          </a:prstGeom>
          <a:noFill/>
          <a:ln>
            <a:noFill/>
          </a:ln>
        </p:spPr>
      </p:pic>
      <p:pic>
        <p:nvPicPr>
          <p:cNvPr id="212" name="Google Shape;212;p39"/>
          <p:cNvPicPr preferRelativeResize="0"/>
          <p:nvPr/>
        </p:nvPicPr>
        <p:blipFill>
          <a:blip r:embed="rId7">
            <a:alphaModFix/>
          </a:blip>
          <a:stretch>
            <a:fillRect/>
          </a:stretch>
        </p:blipFill>
        <p:spPr>
          <a:xfrm>
            <a:off x="7512725" y="2773801"/>
            <a:ext cx="1404775" cy="1461500"/>
          </a:xfrm>
          <a:prstGeom prst="rect">
            <a:avLst/>
          </a:prstGeom>
          <a:noFill/>
          <a:ln>
            <a:noFill/>
          </a:ln>
        </p:spPr>
      </p:pic>
      <p:pic>
        <p:nvPicPr>
          <p:cNvPr id="213" name="Google Shape;213;p39"/>
          <p:cNvPicPr preferRelativeResize="0"/>
          <p:nvPr/>
        </p:nvPicPr>
        <p:blipFill>
          <a:blip r:embed="rId8">
            <a:alphaModFix/>
          </a:blip>
          <a:stretch>
            <a:fillRect/>
          </a:stretch>
        </p:blipFill>
        <p:spPr>
          <a:xfrm>
            <a:off x="5717038" y="970525"/>
            <a:ext cx="3026411" cy="1461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Testing</a:t>
            </a:r>
            <a:endParaRPr/>
          </a:p>
        </p:txBody>
      </p:sp>
      <p:pic>
        <p:nvPicPr>
          <p:cNvPr id="219" name="Google Shape;219;p40"/>
          <p:cNvPicPr preferRelativeResize="0"/>
          <p:nvPr/>
        </p:nvPicPr>
        <p:blipFill>
          <a:blip r:embed="rId3">
            <a:alphaModFix/>
          </a:blip>
          <a:stretch>
            <a:fillRect/>
          </a:stretch>
        </p:blipFill>
        <p:spPr>
          <a:xfrm>
            <a:off x="1600200" y="1090603"/>
            <a:ext cx="5943600" cy="2962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1"/>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Challenges</a:t>
            </a:r>
            <a:endParaRPr/>
          </a:p>
        </p:txBody>
      </p:sp>
      <p:sp>
        <p:nvSpPr>
          <p:cNvPr id="225" name="Google Shape;225;p41"/>
          <p:cNvSpPr txBox="1"/>
          <p:nvPr>
            <p:ph idx="1" type="body"/>
          </p:nvPr>
        </p:nvSpPr>
        <p:spPr>
          <a:xfrm>
            <a:off x="457200" y="914400"/>
            <a:ext cx="8229600" cy="3668400"/>
          </a:xfrm>
          <a:prstGeom prst="rect">
            <a:avLst/>
          </a:prstGeom>
          <a:noFill/>
          <a:ln>
            <a:noFill/>
          </a:ln>
        </p:spPr>
        <p:txBody>
          <a:bodyPr anchorCtr="0" anchor="ctr" bIns="34275" lIns="34275" spcFirstLastPara="1" rIns="34275" wrap="square" tIns="34275">
            <a:normAutofit/>
          </a:bodyPr>
          <a:lstStyle/>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Limited adoption: Due to its relatively new and growing technology, which makes it foreign to certain users who may be hesitant to use it, the adoption of a blockchain-based application for the trading of used cars may be limited.</a:t>
            </a:r>
            <a:endParaRPr sz="1100">
              <a:solidFill>
                <a:schemeClr val="dk1"/>
              </a:solidFill>
            </a:endParaRPr>
          </a:p>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Lack of a regulatory framework: might lead to legal ambiguities and make it difficult to get the required permissions. There are now no clear rules or norms governing the use of blockchain technology in this industry.</a:t>
            </a:r>
            <a:endParaRPr sz="1100">
              <a:solidFill>
                <a:schemeClr val="dk1"/>
              </a:solidFill>
            </a:endParaRPr>
          </a:p>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Integration with current systems: It may be difficult and time-consuming to integrate the application with several existing systems, including databases for car registration and insurance information.</a:t>
            </a:r>
            <a:endParaRPr sz="1100">
              <a:solidFill>
                <a:schemeClr val="dk1"/>
              </a:solidFill>
            </a:endParaRPr>
          </a:p>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Scalability and performance: Despite the resource-intensive and slow pace nature of blockchain technology, the application must be designed to accommodate a high amount of transactions and users while also ensuring that it stays quick and responsive.</a:t>
            </a:r>
            <a:endParaRPr sz="1100">
              <a:solidFill>
                <a:schemeClr val="dk1"/>
              </a:solidFill>
            </a:endParaRPr>
          </a:p>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User education and adoption: To ensure the application's acceptance, it will be necessary to invest a lot of time and energy in educating users about the advantages of adopting blockchain technology.</a:t>
            </a:r>
            <a:endParaRPr sz="1500">
              <a:solidFill>
                <a:srgbClr val="59595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Future Work</a:t>
            </a:r>
            <a:endParaRPr/>
          </a:p>
        </p:txBody>
      </p:sp>
      <p:sp>
        <p:nvSpPr>
          <p:cNvPr id="231" name="Google Shape;231;p42"/>
          <p:cNvSpPr txBox="1"/>
          <p:nvPr>
            <p:ph idx="1" type="body"/>
          </p:nvPr>
        </p:nvSpPr>
        <p:spPr>
          <a:xfrm>
            <a:off x="457200" y="914400"/>
            <a:ext cx="8229600" cy="3668400"/>
          </a:xfrm>
          <a:prstGeom prst="rect">
            <a:avLst/>
          </a:prstGeom>
          <a:noFill/>
          <a:ln>
            <a:noFill/>
          </a:ln>
        </p:spPr>
        <p:txBody>
          <a:bodyPr anchorCtr="0" anchor="ctr" bIns="34275" lIns="34275" spcFirstLastPara="1" rIns="34275" wrap="square" tIns="34275">
            <a:normAutofit/>
          </a:bodyPr>
          <a:lstStyle/>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Integration with other blockchains: Although Ethereum is now the most well-liked blockchain for creating decentralized apps, other blockchains like Hyperledger Fabric are gaining popularity. Investigating the potential for integration with social networks may provide consumers more choices and enhance the application's general usability.</a:t>
            </a:r>
            <a:endParaRPr sz="1100">
              <a:solidFill>
                <a:schemeClr val="dk1"/>
              </a:solidFill>
            </a:endParaRPr>
          </a:p>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Integration with IoT devices: As more devices connect to the internet, the functionality of the application may be improved through integration with IoT devices. For instance, interfacing with the car's sensors might deliver real-time information about the performance and condition of the vehicle, which could then be recorded on the blockchain and accessed by prospective purchasers.</a:t>
            </a:r>
            <a:endParaRPr sz="1100">
              <a:solidFill>
                <a:schemeClr val="dk1"/>
              </a:solidFill>
            </a:endParaRPr>
          </a:p>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Use of smart contracts for automated transactions: By automatically transferring ownership when specific criteria are satisfied, smart contracts may be used to automate the purchasing and selling process. For instance, when the buyer has paid the agreed-upon amount, a smart contract may be made to automatically transfer ownership of the automobile. This may simplify the procedure and lessen the need for middlemen.</a:t>
            </a:r>
            <a:endParaRPr sz="1100">
              <a:solidFill>
                <a:schemeClr val="dk1"/>
              </a:solidFill>
            </a:endParaRPr>
          </a:p>
          <a:p>
            <a:pPr indent="-304800" lvl="0" marL="457200" rtl="0" algn="l">
              <a:lnSpc>
                <a:spcPct val="115000"/>
              </a:lnSpc>
              <a:spcBef>
                <a:spcPts val="0"/>
              </a:spcBef>
              <a:spcAft>
                <a:spcPts val="0"/>
              </a:spcAft>
              <a:buClr>
                <a:schemeClr val="dk1"/>
              </a:buClr>
              <a:buSzPts val="1200"/>
              <a:buFont typeface="Roboto"/>
              <a:buChar char="●"/>
            </a:pPr>
            <a:r>
              <a:rPr lang="en" sz="1100">
                <a:solidFill>
                  <a:schemeClr val="dk1"/>
                </a:solidFill>
              </a:rPr>
              <a:t>Decentralized finance (DeFi) integration: With the growth of DeFi, there are now more chances than ever to incorporate blockchain technology into financial services. While preserving the confidentiality and transparency of the blockchain, integrating the application with DeFi protocols might give users access to financial services like lending, borrowing, and trading.</a:t>
            </a:r>
            <a:endParaRPr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457200" y="2274753"/>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SN">
  <a:themeElements>
    <a:clrScheme name="SSN">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